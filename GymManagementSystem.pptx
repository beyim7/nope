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G Jory" charset="1" panose="02000000000000000000"/>
      <p:regular r:id="rId19"/>
    </p:embeddedFont>
    <p:embeddedFont>
      <p:font typeface="DG Jory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classroom.google.com/u/4/c/ODQ3MjQ5OTQwOTQw" TargetMode="External" Type="http://schemas.openxmlformats.org/officeDocument/2006/relationships/hyperlink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2481" y="1754553"/>
            <a:ext cx="14843039" cy="242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9"/>
              </a:lnSpc>
            </a:pPr>
            <a:r>
              <a:rPr lang="en-US" sz="99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Gym</a:t>
            </a:r>
            <a:r>
              <a:rPr lang="en-US" sz="99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 Membership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74363" y="5057775"/>
            <a:ext cx="11401902" cy="295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 u="sng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Project</a:t>
            </a:r>
            <a:r>
              <a:rPr lang="en-US" b="true" sz="4200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: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 Gym Membership Management System</a:t>
            </a:r>
          </a:p>
          <a:p>
            <a:pPr algn="ctr">
              <a:lnSpc>
                <a:spcPts val="5880"/>
              </a:lnSpc>
            </a:pPr>
            <a:r>
              <a:rPr lang="en-US" b="true" sz="4200" u="sng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Course</a:t>
            </a:r>
            <a:r>
              <a:rPr lang="en-US" b="true" sz="4200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: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 CS-104L (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  <a:hlinkClick r:id="rId7" tooltip="https://classroom.google.com/u/4/c/ODQ3MjQ5OTQwOTQw"/>
              </a:rPr>
              <a:t>Object Oriented Programming Lab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)</a:t>
            </a:r>
          </a:p>
          <a:p>
            <a:pPr algn="ctr">
              <a:lnSpc>
                <a:spcPts val="5880"/>
              </a:lnSpc>
            </a:pPr>
            <a:r>
              <a:rPr lang="en-US" b="true" sz="4200" u="sng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Session: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 Fall 2025 | BSCS 2nd Semester</a:t>
            </a:r>
          </a:p>
          <a:p>
            <a:pPr algn="ctr">
              <a:lnSpc>
                <a:spcPts val="5880"/>
              </a:lnSpc>
            </a:pPr>
            <a:r>
              <a:rPr lang="en-US" b="true" sz="4200" u="sng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Submitted To</a:t>
            </a:r>
            <a:r>
              <a:rPr lang="en-US" b="true" sz="4200">
                <a:solidFill>
                  <a:srgbClr val="2F5757"/>
                </a:solidFill>
                <a:latin typeface="DG Jory Bold"/>
                <a:ea typeface="DG Jory Bold"/>
                <a:cs typeface="DG Jory Bold"/>
                <a:sym typeface="DG Jory Bold"/>
              </a:rPr>
              <a:t>:</a:t>
            </a: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 Ma’am Laiba Shahzad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9010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4976" y="3888105"/>
            <a:ext cx="14338047" cy="28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Shahriyar Khan (25-CS-189)</a:t>
            </a:r>
          </a:p>
          <a:p>
            <a:pPr algn="ctr">
              <a:lnSpc>
                <a:spcPts val="7811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Ubaid-ur-Rehman (25-CS-134)</a:t>
            </a:r>
          </a:p>
          <a:p>
            <a:pPr algn="ctr">
              <a:lnSpc>
                <a:spcPts val="7811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Rehan Khan (25-CS-194)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65636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Project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29538"/>
            <a:ext cx="16230600" cy="303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6"/>
              </a:lnSpc>
            </a:pP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 console-based application for managing gym members.</a:t>
            </a:r>
          </a:p>
          <a:p>
            <a:pPr algn="ctr">
              <a:lnSpc>
                <a:spcPts val="6006"/>
              </a:lnSpc>
            </a:pP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Stores and maintains member information efficiently.</a:t>
            </a:r>
          </a:p>
          <a:p>
            <a:pPr algn="ctr">
              <a:lnSpc>
                <a:spcPts val="6006"/>
              </a:lnSpc>
            </a:pP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Uses Object-Oriented Programming principles.</a:t>
            </a:r>
          </a:p>
          <a:p>
            <a:pPr algn="ctr">
              <a:lnSpc>
                <a:spcPts val="6006"/>
              </a:lnSpc>
            </a:pPr>
            <a:r>
              <a:rPr lang="en-US" sz="42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Supports permanent data storage using files.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Project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Automate gym membership management.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Reduce manual record keeping.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Provide fast search and update operations.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Demonstrate practical implementation of OOP concepts.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Main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82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Add new gym members.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Search members using Member ID.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Update or delete member records.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Display all registered members.</a:t>
            </a:r>
          </a:p>
          <a:p>
            <a:pPr algn="ctr">
              <a:lnSpc>
                <a:spcPts val="608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OOP Concepts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Classes and Objects for system structure.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Encapsulation using private data members.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Inheritance through Person and Member classes.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Polymorphism using virtual functions and method overriding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5517" y="-1882667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4" y="0"/>
                </a:lnTo>
                <a:lnTo>
                  <a:pt x="380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Advanced OOP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Abstraction using abstract base class (Person).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Static members to count total objects.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Friend function for displaying summaries.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Const functions for secure data access.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File Handling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Stores member data in members.txt.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Automatically loads saved records at startup.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Uses ifstream for reading files.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Uses ofstream for writing and updating data.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Class 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82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Person acts as the abstract base class.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Member inherits properties from Person.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FileManager manages file operations.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GymSystem controls the overall application workflow.</a:t>
            </a:r>
          </a:p>
          <a:p>
            <a:pPr algn="ctr">
              <a:lnSpc>
                <a:spcPts val="608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Program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Program starts and loads saved data.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User selects an option from the main menu.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Requested operation is performed.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Updated data is saved back to the file.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Benefits of the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Easy and organized member management.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Reduces paperwork and human errors.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Data remains secure even after program exit.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Demonstrates real-world use of C++ OOP concepts.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47921"/>
            <a:ext cx="16230600" cy="15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318"/>
            <a:ext cx="16230600" cy="30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Successfully implements all required OOP principles.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Integrates file handling and exception handling.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Provides an efficient Gym Membership Management System.</a:t>
            </a:r>
          </a:p>
          <a:p>
            <a:pPr algn="ctr">
              <a:lnSpc>
                <a:spcPts val="6089"/>
              </a:lnSpc>
            </a:pPr>
            <a:r>
              <a:rPr lang="en-US" sz="41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Enhances understanding of practical C++ programming.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65442">
            <a:off x="15488567" y="115451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7417">
            <a:off x="847665" y="7346536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4158871" y="2897313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1593894" y="5254517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699" y="0"/>
                </a:lnTo>
                <a:lnTo>
                  <a:pt x="3549699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96206" y="4305300"/>
            <a:ext cx="8695587" cy="213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15999">
                <a:solidFill>
                  <a:srgbClr val="2F5757"/>
                </a:solidFill>
                <a:latin typeface="DG Jory"/>
                <a:ea typeface="DG Jory"/>
                <a:cs typeface="DG Jory"/>
                <a:sym typeface="DG Jory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12700" y="-1475968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388257" y="8472393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DAG9EBjdBUc</dc:identifier>
  <dcterms:modified xsi:type="dcterms:W3CDTF">2011-08-01T06:04:30Z</dcterms:modified>
  <cp:revision>1</cp:revision>
  <dc:title>OOP Project Presentation</dc:title>
</cp:coreProperties>
</file>